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</p:sldIdLst>
  <p:notesMasterIdLst>
    <p:notesMasterId r:id="rId1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notesMaster" Target="notesMasters/notesMaster1.xml"/><Relationship Id="rId133" Type="http://schemas.openxmlformats.org/officeDocument/2006/relationships/presProps" Target="presProps.xml"/><Relationship Id="rId134" Type="http://schemas.openxmlformats.org/officeDocument/2006/relationships/viewProps" Target="viewProps.xml"/><Relationship Id="rId135" Type="http://schemas.openxmlformats.org/officeDocument/2006/relationships/theme" Target="theme/theme1.xml"/><Relationship Id="rId1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011680"/>
            <a:ext cx="5852160" cy="5852160"/>
          </a:xfrm>
          <a:prstGeom prst="ellipse">
            <a:avLst/>
          </a:prstGeom>
          <a:solidFill>
            <a:srgbClr val="C9A15E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5120640"/>
            <a:ext cx="3291840" cy="3291840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LIFE SOCIETY  ·  AI ACADEMY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99971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Digital Empire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8899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BF7F2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course, a learner has taken one skill she already has and turned it into a digital product she can sell — with a name, a home online, a price, and a way to launch it — without needing a team, a following, or a business degree.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  ·   16 LESSONS   ·   SINGLE COURSE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For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1094415" cy="329184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4" name="Shape 2"/>
          <p:cNvSpPr/>
          <p:nvPr/>
        </p:nvSpPr>
        <p:spPr>
          <a:xfrm>
            <a:off x="10454335" y="548640"/>
            <a:ext cx="1005840" cy="1005840"/>
          </a:xfrm>
          <a:prstGeom prst="ellipse">
            <a:avLst/>
          </a:prstGeom>
          <a:solidFill>
            <a:srgbClr val="F5ED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5854" y="8101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2194560"/>
            <a:ext cx="999713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i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woman with a skill, a following, or a point of view, who has been circling "I should sell something" for months without a clear next step."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523962" y="1554480"/>
            <a:ext cx="822960" cy="82296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18" y="177393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46888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74320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Layer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97566" y="1554480"/>
            <a:ext cx="822960" cy="82296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022" y="1773936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13684" y="246888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459404" y="274320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Digital Product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071170" y="1554480"/>
            <a:ext cx="822960" cy="82296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626" y="177393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87288" y="246888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6233008" y="274320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You Own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9844773" y="1554480"/>
            <a:ext cx="822960" cy="82296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4229" y="177393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0891" y="246888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9006611" y="274320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Paid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1523962" y="3703320"/>
            <a:ext cx="822960" cy="82296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3418" y="3922776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40080" y="461772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685800" y="489204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That Sells Softly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297566" y="3703320"/>
            <a:ext cx="822960" cy="82296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022" y="3922776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413684" y="461772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3459404" y="489204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Quiet Launch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7071170" y="3703320"/>
            <a:ext cx="822960" cy="82296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0626" y="3922776"/>
            <a:ext cx="384048" cy="38404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187288" y="4617720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6233008" y="489204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Systems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3" name="Shape 1"/>
          <p:cNvSpPr/>
          <p:nvPr/>
        </p:nvSpPr>
        <p:spPr>
          <a:xfrm>
            <a:off x="5410048" y="1188720"/>
            <a:ext cx="1371600" cy="137160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15544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8803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3337560"/>
            <a:ext cx="9265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 Layer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4434840"/>
            <a:ext cx="8168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BF7F2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women don't have an idea problem, they have a decision problem — too many half-ideas and no way to pick one. This module is entirely about narrowing.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of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1.1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Skill Into a Sellable Product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can name three of her own skills and recognize which ones are already "sellable" versus which need translating into a result.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don't need a new skill to build this — you need to stop underpricing the one you already have."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Skill Into a Sellable Product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with the core reframe: a sellable product isn't a new skill, it's an existing skill made transferable — something she already does that someone else would pay to shortcut.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Skill Into a Sellable Product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through the three sources most first products come from: something people already ask her for, something she had to teach herself the hard way, and something she does faster or better than most people around her.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Skill Into a Sellable Product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test for whether a skill is "sellable" yet: can she describe the RESULT it gets someone, not just the activity itself (not "I'm good at budgeting," but "I get people to their first $1,000 saved in 60 days").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Skill Into a Sellable Product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through 3–4 real-feeling examples across different skill types (organizing, cooking, systems, styling, parenting logistics) so no viewer feels like this only works for "online business" skills.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Skill Into a Sellable Product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by having her write down every skill she can think of in two minutes, no filtering yet — filtering is lesson 1.3's job.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1.2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Woman You're Building For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can describe her ideal buyer as a specific person with a specific problem, not a demographic.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riches are in the specifics — let's find the one woman you're actually talking to."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Woman You're Building For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mistake: building the product before deciding who it's for, which is why so many first products feel like they're for "everyone" and sell to no one.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Woman You're Building For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the difference between a demographic ("women 25–40") and a buyer ("a woman who just got promoted and has no idea how to budget on a bigger paycheck") — the second one you can actually write a sales page to.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Woman You're Building For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three questions to find her: who was I before I learned this? Who do I already talk to about this for free? Whose version of this problem do I understand best?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Woman You're Building For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the fear directly: narrowing the buyer doesn't shrink the market, it sharpens the message — a product "for everyone" reads as a product for no one.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Woman You're Building For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her write one sentence: "I help ______ do ______ so they can ______."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1.3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and Positioning Your Offer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leaves with a working name and a one-line positioning statement for her offer.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great name does half your selling for you — here's how to find yours."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and Positioning Your Offer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back her list from 1.1 and her buyer from 1.2, and show how to cross them to land on the one idea worth building first.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and Positioning Your Offer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naming framework: name it for the transformation, not the format — "The 60-Day Save" beats "My Budgeting Guide."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and Positioning Your Offer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the three naming traps to avoid: too clever (no one remembers it), too generic (sounds like everyone else's), too jargon-y (buyer has to ask what it means).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and Positioning Your Offer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the one-line positioning formula: "[Product name] helps [buyer] go from [before state] to [after state] in [timeframe/format]."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and Positioning Your Offer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her write three name options and pressure-test each against the positioning line before picking one to move forward with in Module 2.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Lesson 1.3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5768" y="1005840"/>
            <a:ext cx="1280160" cy="128016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952" y="1335024"/>
            <a:ext cx="621792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606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Workbook Time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46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521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The Idea Layer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463040" y="4023360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783080" y="3858768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inventory: three columns to fill in — "Things people already ask me for," "Things I taught myself the hard way," "Things I do faster than most people I know."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463040" y="4590288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783080" y="4425696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Sellable-skill test: for each skill listed, a line to write the RESULT it gets someone (not the activity).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5157216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783080" y="4992624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sketch: name, age range, one sentence on where she is in life, one sentence on the specific problem she has right now.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463040" y="5724144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783080" y="5559552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formula, fill-in-the-blank: "I help ______ do ______ so they can ______."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Workbook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3" name="Shape 1"/>
          <p:cNvSpPr/>
          <p:nvPr/>
        </p:nvSpPr>
        <p:spPr>
          <a:xfrm>
            <a:off x="5410048" y="1188720"/>
            <a:ext cx="1371600" cy="137160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15544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8803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3337560"/>
            <a:ext cx="9265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Digital Product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4434840"/>
            <a:ext cx="8168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BF7F2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most people either freeze (too many format options) or over-build (a 40-page guide when a 6-page one would sell). The module's job is to make the format decision fast and the build process faster.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of 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Format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picks one product format based on her buyer's habits, not her own preference.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best first product is the smallest one that still keeps your promise."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Format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the five most common first-product formats: PDF guide/workbook, templates, a short video course, a checklist/toolkit, a done-with-you notion or spreadsheet system.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Format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the real deciding factor: not "what am I most comfortable making" but "how does my buyer already like to consume things" — a busy mom wants a checklist, not a 90-minute video.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Format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the "smallest viable version" idea: the first product should be the smallest thing that still fully delivers the promise from Module 1 — bigger can come later as an upsell.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Format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 against the two most common format mistakes: building a course when a template would do, and building a template when the buyer actually needs to be walked through something.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2.1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Format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her commit to one format in writing before the next lesson.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2.1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Outlining It in One Sitting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leaves with a complete outline of her product's content, start to finish.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2.2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can build this in one sitting if you outline it before you decorate it."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2.2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Outlining It in One Sitting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 the "outline before you open a design tool" rule — most stalled products stalled because someone opened Canva before they knew what the pages said.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2.2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Outlining It in One Sitting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the simple three-part shape almost every first product follows: where the buyer starts (the problem, named back to her), the method (the steps, in order), and where she ends up (the result, plus what's next).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2.2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Outlining It in One Sitting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turning the positioning line from Lesson 1.3 into a table of contents — each "step" in the method becomes a section or module.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2.2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Outlining It in One Sitting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20-minute timer trick: set a timer, write section headers and one sentence per section with no editing, to get the whole shape down before perfectionism sets in.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2.2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Outlining It in One Sitting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scope creep directly: if a section doesn't serve the ONE promise, cut it — it can become a future product.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It in Canva and Notion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has a first draft of her actual product file, built from the outline.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"Open Canva and Notion beside me. We build the actual deliverable — cover, contents, worksheets — in one sitting, then export it the way buyers expect to receive it."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 in Canva and Notion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Screen-share style walkthrough: open Canva and Notion side by side, and show turning yesterday's outline into real pages — this is the one lesson that should feel like sitting next to her while she builds.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 in Canva and Notion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picking a Canva template that matches her brand quickly rather than starting from a blank page (link to a few pre-vetted templates in the resources).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2.3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 in Canva and Notion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actual build order: cover page, table of contents, then working straight down her outline section by section, dropping in placeholder text first and refining second.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2.3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 in Canva and Notion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Demonstrate exporting a clean, on-brand PDF from Canva, and — for tool-based products — setting up the matching Notion template with the same structure.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2.3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 in Canva and Notion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with a realistic timeline: this lesson is the longest because the build itself takes real focused time; encourage her to block 2–3 hours rather than expecting to finish while watching.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Lesson 2.3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5768" y="1005840"/>
            <a:ext cx="1280160" cy="128016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952" y="1335024"/>
            <a:ext cx="621792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606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Workbook Time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46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521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Your Digital Product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463040" y="4023360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783080" y="3858768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decision: five formats listed with a line under each for "why this would/wouldn't fit my buyer," ending in one circled choice.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463040" y="4590288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783080" y="4425696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One-sitting outline template: numbered section slots (start with 5) with a line each for section title and one-sentence summary.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5157216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783080" y="4992624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checklist: cover page, table of contents, each outlined section, worksheets/templates included, export format — a checkbox next to each.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463040" y="5724144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783080" y="5559552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"Cut list": a space to note anything tempting to add that doesn't serve the one core promise, to save for a future product instead.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Workbook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3" name="Shape 1"/>
          <p:cNvSpPr/>
          <p:nvPr/>
        </p:nvSpPr>
        <p:spPr>
          <a:xfrm>
            <a:off x="5410048" y="1188720"/>
            <a:ext cx="1371600" cy="137160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15544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8803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3337560"/>
            <a:ext cx="9265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Home You Own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4434840"/>
            <a:ext cx="8168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BF7F2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needs a home that isn't a social platform's algorithm. This module gets her a site and a sales page she owns.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of 7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a Site That Sells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has a live, simple website or storefront page with her product ready to list.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Lesson 3.1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don't need a website, you need one page that can take a payment — let's build that today."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Lesson 3.1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Site That Sells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Reframe the goal: not a full website, just one page that can take a payment — perfection here is the enemy of launching.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Lesson 3.1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Site That Sells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the two realistic paths for this course's audience: a no-code storefront/link-in-bio-plus-checkout tool for the fastest launch, versus a simple site builder for someone who wants more brand control — give a clear recommendation for "if you've never done this before."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Lesson 3.1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Site That Sells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through the essential page elements in order: headline, one clear image or mockup of the product, the price and buy button, and a short trust element (who she is, why she's credible on this).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Lesson 3.1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Site That Sells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the technical minimum: connecting a payment processor, testing a $1 purchase to confirm the flow works, and where the digital file actually gets delivered after purchase.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Lesson 3.1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Site That Sells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standard: this page does not need to be beautiful today, it needs to be able to take money today.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Lesson 3.1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a Sales Page in Your Voice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has full sales page copy written, in her own voice, following a proven structure.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Lesson 3.2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sales page isn't a pitch, it's you explaining this to a friend who's exactly the person you built it for."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Lesson 3.2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Sales Page in Your Voice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sales page skeleton: a headline naming the transformation, three to five bullets on what's inside, a short "this is for you if" section, the price with what's included, and an FAQ addressing the top two hesitations.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Lesson 3.2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Sales Page in Your Voice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writing "in her voice" as translating the positioning line from Module 1 into how she actually talks — read two contrasting examples, one generic and one voice-driven, so the difference is audible.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Lesson 3.2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Sales Page in Your Voice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objection-handling directly: name the real hesitation a buyer has ("will this actually work for someone like me") and answer it in the FAQ instead of hoping it doesn't come up.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Lesson 3.2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Sales Page in Your Voice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a fill-in-the-blank first draft process: write the headline last, not first — pull it from whatever sentence in her rough draft feels most true.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Lesson 3.2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Sales Page in Your Voice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with a rule: the page is done when it sounds like something she'd actually say out loud to a friend, not like marketing copy.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Lesson 3.2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5768" y="1005840"/>
            <a:ext cx="1280160" cy="128016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952" y="1335024"/>
            <a:ext cx="621792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606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Workbook Time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46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521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The Home You Own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463040" y="4023360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783080" y="3858768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decision worksheet: two columns (storefront tool vs. site builder) with space to note which fits her comfort level and timeline, ending in one choice.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463040" y="4590288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783080" y="4425696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Page-element checklist: headline, product image, price and buy button, credibility line, tested purchase — checkboxes for each as she builds.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5157216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783080" y="4992624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page skeleton: headline, 3–5 bullets, "this is for you if," price/what's included, FAQ (2 questions minimum) — fill-in sections in order.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463040" y="5724144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783080" y="5559552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check: a space to paste her draft headline and rewrite it as if she were texting a friend, side by side.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Workbook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3" name="Shape 1"/>
          <p:cNvSpPr/>
          <p:nvPr/>
        </p:nvSpPr>
        <p:spPr>
          <a:xfrm>
            <a:off x="5410048" y="1188720"/>
            <a:ext cx="1371600" cy="137160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15544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8803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3337560"/>
            <a:ext cx="9265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Paid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4434840"/>
            <a:ext cx="8168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BF7F2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where confidence and logistics collide. This module handles both — the number, and the actual mechanics of collecting it.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of 7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Without Apologising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sets a specific launch price and can explain why, without hedging.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Lesson 4.1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"Say the price out loud before you type it — if you flinch, we're fixing that flinch, not the price."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Lesson 4.1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Without Apologising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with the pattern to break: pricing based on what feels comfortable to charge rather than what the transformation is actually worth.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Lesson 4.1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Without Apologising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three pricing anchors to consider: what similar products in her space charge, what a client would pay her for this 1:1, and the $120–$160 range that tends to work for a focused single product like this one.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Lesson 4.1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Without Apologising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the two fears directly — "no one will pay that" and "what if I priced it wrong" — and normalize adjusting price after launch based on real data, not guessing forever before starting.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Lesson 4.1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Without Apologising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the psychology of round vs. non-round pricing briefly (e.g., $149 vs. $150) and let her choose what fits her brand.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Lesson 4.1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Without Apologising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her commit to a launch price on the page, out loud, before moving on.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Lesson 4.1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Checkout, Delivery and Receipts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has a fully tested purchase-to-delivery flow, with no manual steps required on her end.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Lesson 4.2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you have to manually do anything every time someone buys, this lesson isn't done yet — let's automate the whole handoff."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Lesson 4.2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Delivery and Receipts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the full buyer journey after "buy now": payment, confirmation email, product delivery, receipt — and show where each of those actually happens in her chosen tool from Module 3.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Lesson 4.2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Delivery and Receipts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through setting up automatic product delivery (download link or access grant) so she is never manually emailing files to buyers.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Lesson 4.2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Delivery and Receipts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receipts and basic bookkeeping hygiene: keeping a simple record of every sale for tax purposes, even at small volume.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Lesson 4.2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Delivery and Receipts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how to test the entire flow herself with a real transaction before telling anyone the product exists.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Lesson 4.2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Delivery and Receipts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expectation: if any step of this requires her to do something by hand every time someone buys, it isn't finished yet.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Lesson 4.2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5768" y="1005840"/>
            <a:ext cx="1280160" cy="128016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952" y="1335024"/>
            <a:ext cx="621792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606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Workbook Time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46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521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Getting Paid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463040" y="4023360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783080" y="3858768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worksheet: three anchor prices (competitor, 1:1 rate, category range) with her final launch price circled and one sentence on why.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463040" y="4590288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783080" y="4425696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flow map: five steps (payment → confirmation → delivery → receipt → records) with a checkbox confirming each is automated.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5157216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783080" y="4992624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Test-purchase log: date, amount, what worked, what needs fixing before real launch.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Workbook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3" name="Shape 1"/>
          <p:cNvSpPr/>
          <p:nvPr/>
        </p:nvSpPr>
        <p:spPr>
          <a:xfrm>
            <a:off x="5410048" y="1188720"/>
            <a:ext cx="1371600" cy="137160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15544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8803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3337560"/>
            <a:ext cx="9265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That Sells Softly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4434840"/>
            <a:ext cx="8168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BF7F2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marketing bootcamp — it's a sustainable rhythm that doesn't require being "on" all day.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of 7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5.1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Three-Post Rhythm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can plan a week of content using three repeatable post types.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Lesson 5.1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only need three kinds of posts — let's make sure you never run out of what to say."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Lesson 5.1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Three-Post Rhythm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 the three post types that do almost all the work: the problem post (naming the pain point her buyer has), the proof post (a result, testimonial, or behind-the-scenes of the product working), and the invitation post (a direct, low-pressure call to check out the offer).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Lesson 5.1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Three-Post Rhythm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real example captions for each type, written in the "soft" tone — confident, warm, no hustle-culture pressure language.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Lesson 5.1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Three-Post Rhythm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the ratio that keeps it sustainable: roughly two problem/proof posts for every one direct invitation, so the audience doesn't feel sold to constantly.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Lesson 5.1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Three-Post Rhythm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format flexibility: the same three post types work as a caption, a short video script, or a carousel — the type matters more than the format.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Lesson 5.1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Three-Post Rhythm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her draft one of each type for her actual offer before the next lesson.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Lesson 5.1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5.2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Batching a Month in a Day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leaves with a month of content mapped and a batching system she can repeat.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Lesson 5.2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"One focused day can cover your whole month — here's exactly how to structure it."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Lesson 5.2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a Month in a 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case for batching: content posted "in the moment" is where burnout comes from — batching separates creating from showing up.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Lesson 5.2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a Month in a 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through a simple monthly content calendar using the three-post rhythm from 5.1, filling four weeks in about twenty minutes.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Lesson 5.2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a Month in a 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a lightweight batching process: write all captions first in one sitting, then record/design visuals in a second sitting, then schedule everything in a third.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Lesson 5.2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a Month in a 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 a basic scheduling tool so posting doesn't depend on remembering to do it live every day.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Lesson 5.2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a Month in a 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with the permission slip: a month planned in a day means the rest of the month is free to actually run the business.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Lesson 5.2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5768" y="1005840"/>
            <a:ext cx="1280160" cy="128016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952" y="1335024"/>
            <a:ext cx="621792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606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Workbook Time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46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521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Content That Sells Softly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463040" y="4023360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783080" y="3858768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Three-post-type worksheet: a blank draft slot for one problem post, one proof post, and one invitation post.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463040" y="4590288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783080" y="4425696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calendar grid: four weeks, three post slots per week, pre-labeled with post type so the rhythm is built in.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5157216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783080" y="4992624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schedule: three time blocks to fill in (write captions, create visuals, schedule) with target dates.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Workbook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3" name="Shape 1"/>
          <p:cNvSpPr/>
          <p:nvPr/>
        </p:nvSpPr>
        <p:spPr>
          <a:xfrm>
            <a:off x="5410048" y="1188720"/>
            <a:ext cx="1371600" cy="137160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15544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8803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3337560"/>
            <a:ext cx="9265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Quiet Launch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4434840"/>
            <a:ext cx="8168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BF7F2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launch that doesn't require becoming a different, louder person — just a plan and some warm-up.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of 7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6.1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Seven-Day Launch Plan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has a day-by-day plan for launch week.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Lesson 6.1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launch isn't one big moment, it's seven small ones — let's map yours."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Lesson 6.1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Seven-Day Launch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Reframe "launch" as a week-long conversation, not a single announcement post — most sales come from the follow-up, not the first mention.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Lesson 6.1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Seven-Day Launch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 through a full seven-day skeleton: days 1–2 warm-up (teasing the problem, no offer yet), day 3 the announcement, days 4–5 proof and FAQs, day 6 a direct case for buying now, day 7 last-call and close.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Lesson 6.1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Seven-Day Launch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what to do on each day in practical terms: which post type from Module 5 fits, whether it's a story, a post, or an email.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Lesson 6.1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Seven-Day Launch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launch-week nerves directly: quiet doesn't mean invisible — it means steady and repeated, not loud and one-time.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Lesson 6.1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Seven-Day Launch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her fill in her own seven-day calendar with real dates before the module ends.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Lesson 6.1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6.2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Warming Your List Before You Ask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has a plan to engage her existing audience or email list before asking them to buy.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Lesson 6.2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"Before you ask anyone to buy, make sure they already feel like you've been talking to them."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Lesson 6.2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Warming Your List Before You Ask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the core idea: people buy from someone they feel is already talking to them, not someone who shows up once to sell.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Lesson 6.2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Warming Your List Before You Ask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three low-effort warm-up moves: a poll or question sticker about the problem her product solves, sharing a personal story connected to why she built it, and a "coming soon" mention with no link, just curiosity.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Lesson 6.2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Warming Your List Before You Ask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list-building basics for anyone starting from zero: a simple lead magnet or waitlist so there's at least a small warm audience by launch day.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Lesson 6.2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Warming Your List Before You Ask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the size myth directly: a warm list of 50 people who trust her outsells a cold list of 5,000 who don't.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Lesson 6.2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Warming Your List Before You Ask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by having her schedule at least one warm-up touchpoint before day 3 of her launch plan.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Lesson 6.2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5768" y="1005840"/>
            <a:ext cx="1280160" cy="128016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952" y="1335024"/>
            <a:ext cx="621792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606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Workbook Time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46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521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The Quiet Launch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463040" y="4023360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783080" y="3858768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Seven-day launch calendar: days 1–7, each with a line for the day's theme and the specific post/email planned.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463040" y="4590288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783080" y="4425696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tracker: three planned touchpoints (poll/question, personal story, coming-soon mention) with target dates.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5157216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783080" y="4992624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List-building note: current list/audience size, and one action to grow it before launch if starting small.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Workbook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3" name="Shape 1"/>
          <p:cNvSpPr/>
          <p:nvPr/>
        </p:nvSpPr>
        <p:spPr>
          <a:xfrm>
            <a:off x="5410048" y="1188720"/>
            <a:ext cx="1371600" cy="137160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15544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8803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3337560"/>
            <a:ext cx="92656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Systems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4434840"/>
            <a:ext cx="8168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BF7F2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that makes this a business instead of a one-time project — the parts that run without her.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of 7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7.1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Delivery and Emails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has automated the emails a buyer receives after purchase, without writing them one by one.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Lesson 7.1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"Let's make sure every buyer gets a warm welcome and a nudge to finish — without you writing a single email by hand."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Lesson 7.1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Delivery and Emails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Revisit the delivery flow from Module 4 and layer in email automation: a welcome/how-to-use email, an inactivity nudge for buyers who haven't started, and a completion email with a next-offer recommendation.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Lesson 7.1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Delivery and Emails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setting up these three emails once inside her existing email tool, connected to the purchase or course-completion trigger, so they send themselves.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Lesson 7.1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Delivery and Emails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writing each email briefly and warmly — this should sound like her checking in, not an automated corporate sequence.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Lesson 7.1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Delivery and Emails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the "I don't have an email tool yet" case with a simple, low-cost starting recommendation.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Lesson 7.1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Delivery and Emails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finish line: once these three emails are live, every future buyer gets the same thoughtful experience without her doing anything.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Lesson 7.1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EDE4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463040" cy="1463040"/>
          </a:xfrm>
          <a:prstGeom prst="ellipse">
            <a:avLst/>
          </a:prstGeom>
          <a:solidFill>
            <a:srgbClr val="F0C9C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29844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7.2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371600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Your Numbers Once a Month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3749040"/>
            <a:ext cx="70710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has a simple monthly check-in routine for her product's performance.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Lesson 7.2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777240"/>
            <a:ext cx="1005840" cy="100584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960" y="103327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2194560"/>
            <a:ext cx="96313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b="1" i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"Once a month, five minutes — that's all it takes to keep this business honest and improving."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99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Lesson 7.2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Your Numbers Once a Month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 the short list of numbers that actually matter at this stage: sales this month, completion rate (are buyers finishing it), and where sales are coming from (which platform, which post).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Lesson 7.2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Your Numbers Once a Month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a five-minute monthly review process rather than obsessive daily checking — sustainability over hustle.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Lesson 7.2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Your Numbers Once a Month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how to use what she learns: doubling down on whichever content type is actually driving sales, and revisiting pricing or the sales page if completion or conversion is low.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Lesson 7.2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Your Numbers Once a Month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the emotional side: a slow month is data, not a verdict — the review is there to inform the next month, not to spiral about the last one.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Lesson 7.2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4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Your Numbers Once a Month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0180015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02920" cy="502920"/>
          </a:xfrm>
          <a:prstGeom prst="rect">
            <a:avLst>
              <a:gd name="adj" fmla="val 14545"/>
            </a:avLst>
          </a:prstGeom>
          <a:solidFill>
            <a:srgbClr val="F0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103171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course by connecting back to Module 1: she now owns a real, sellable, systemized product — and the numbers review is what keeps it improving on its own schedule, not hers every day.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Lesson 7.2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5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5768" y="1005840"/>
            <a:ext cx="1280160" cy="128016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4952" y="1335024"/>
            <a:ext cx="621792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606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5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Workbook Time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46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521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Soft Systems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463040" y="4023360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783080" y="3858768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automation checklist: welcome email, inactivity nudge, completion email — each with a checkbox and a one-line note on its trigger.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463040" y="4590288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783080" y="4425696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numbers log: a repeatable table with columns for month, sales, completion rate, and top traffic source, with 3 blank rows to start filling in after launch.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5157216"/>
            <a:ext cx="109728" cy="109728"/>
          </a:xfrm>
          <a:prstGeom prst="ellipse">
            <a:avLst/>
          </a:prstGeom>
          <a:solidFill>
            <a:srgbClr val="D9A6A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783080" y="4992624"/>
            <a:ext cx="8991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close-out: a short reflection prompt — "the one thing I'm proudest I built in this course is ___" and "the next product I might build is ___."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DIGITAL EMPIRE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985455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Workbook</a:t>
            </a:r>
            <a:endParaRPr lang="en-US" sz="9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2B25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0048" y="1005840"/>
            <a:ext cx="1371600" cy="1371600"/>
          </a:xfrm>
          <a:prstGeom prst="ellipse">
            <a:avLst/>
          </a:prstGeom>
          <a:solidFill>
            <a:srgbClr val="C9A1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697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Built It.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1828800" y="3657600"/>
            <a:ext cx="8534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BF7F2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course, a learner has taken one skill she already has and turned it into a digital product she can sell — with a name, a home online, a price, and a way to launch it — without needing a team, a following, or a business degree.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9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LIFE SOCIETY  ·  AI ACADEMY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130</Slides>
  <Notes>130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130</vt:i4>
      </vt:variant>
    </vt:vector>
  </HeadingPairs>
  <TitlesOfParts>
    <vt:vector size="1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2026-09-08T20:36:42Z</dcterms:created>
  <dcterms:modified xsi:type="dcterms:W3CDTF">2026-09-08T20:36:42Z</dcterms:modified>
</cp:coreProperties>
</file>